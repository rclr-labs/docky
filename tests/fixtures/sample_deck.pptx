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BASIS e o modulo fundamental do PITQA que cobre os conceitos essenciais de infraestrutura e administracao de sistemas que todo QA precisa dominar antes dos modulos avancados.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a resposta a incidentes sera o tema do laboratorio pratico da proxima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PITQA - Modulo BASIS: Introducao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 de Formacao em QA - 4a Edicao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vamos aprender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Administracao de sistemas Linux</a:t>
            </a:r>
          </a:p>
          <a:p>
            <a:r>
              <a:t>Gestao de usuarios e permissoes</a:t>
            </a:r>
          </a:p>
          <a:p>
            <a:r>
              <a:t>Analise de logs</a:t>
            </a:r>
          </a:p>
          <a:p>
            <a:r>
              <a:t>Resposta a incidentes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 Pratico Orientado (TPO)</a:t>
            </a:r>
          </a:p>
          <a:p>
            <a:r>
              <a:t>Feedback gamificado</a:t>
            </a:r>
          </a:p>
          <a:p>
            <a:r>
              <a:t>Relatorio NPS ao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